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AAAC64-4080-3E50-8F57-07066F5E2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ED45732-C28E-510A-0DA9-D1C657290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816823-BA14-6FE2-E8A7-9DC1FC37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8A3F8-FDC3-4D17-8338-E33B8DD830FD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446312-DE1D-6690-FBA5-B568BCA5A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723FBC-B756-3B5F-9FFE-47D26574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5964D-1813-4AE0-8B1E-92B01235D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667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8FC9B9-FD7A-37AE-001C-BEAD5639F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72F657-23C1-6873-9F7D-BD493C686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B00FA4-B6E7-768A-332A-55E7BE4BF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8A3F8-FDC3-4D17-8338-E33B8DD830FD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46D73F-1B42-47A3-CD5E-04E44CFD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A8FCCB-10F7-BED1-F316-E0D0BDD65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5964D-1813-4AE0-8B1E-92B01235D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79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36468-EAA7-BBD6-2B0B-37054C4A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6B2C8-068A-D878-0314-5999E23FA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607E2B-514C-AC32-27CD-A14C3157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8A3F8-FDC3-4D17-8338-E33B8DD830FD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0F869F-7945-1881-D3B6-69BEA9779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543851-60C0-F5FC-150C-410480C0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5964D-1813-4AE0-8B1E-92B01235D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57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13C3AF-5F76-83EC-B5DC-CD491E2DB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B682C6-20CF-4EA4-42C4-D863B47A8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B17F33-2E85-B90F-A49A-B36AD6AB8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3C6C1B-D90E-8670-DC40-608503AA1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8A3F8-FDC3-4D17-8338-E33B8DD830FD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03F705-EF53-5FFB-AD61-E101A3D76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E12067-4495-CDF2-7875-F46EFC803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5964D-1813-4AE0-8B1E-92B01235D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2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3E65F-1164-4637-C58E-6D24C151E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A91C34-F09D-3FE0-8CC8-E9A2BEAC4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836B8F-78C2-0DDD-CB91-F6ED5A94B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75A5AB-6FD6-D34C-4D46-92B24C6CC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A93CA2C-FAA9-8DC6-0063-581BC66F4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00ED1F7-7449-1AB5-DDCA-4AB9219D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8A3F8-FDC3-4D17-8338-E33B8DD830FD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91764FC-A94E-A301-9352-470237425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93547A-9ADD-8811-4C68-07613A57E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5964D-1813-4AE0-8B1E-92B01235D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670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41F133-224A-0482-70DB-020CBF77B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B642CA4-3010-760C-9386-1E8C6E769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8A3F8-FDC3-4D17-8338-E33B8DD830FD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7A5F4E3-34F0-D235-0EC7-7C5B402BC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527D09-B2C2-6BB6-6C54-32C16A788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5964D-1813-4AE0-8B1E-92B01235D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175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331116B-E89B-F5B7-3C07-A2BDB337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8A3F8-FDC3-4D17-8338-E33B8DD830FD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F222A13-3FCA-9F33-56A6-6951B068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47E42C-7BAC-07D1-B49F-793418B7C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5964D-1813-4AE0-8B1E-92B01235D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981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8411A-9DBE-FC01-F69E-047ACA675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414355-17A3-3AFE-AFE8-E1BB022F0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E863D8-41FC-A0AC-CE98-52CA0F13C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E0288D-D7B4-09B4-0083-2413E0292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8A3F8-FDC3-4D17-8338-E33B8DD830FD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3E5151-F21F-8615-109D-DFA3636E4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A8D24E-FC92-1475-37AA-D7D0A337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5964D-1813-4AE0-8B1E-92B01235D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45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79DAE-EF4B-C9DF-D840-2AFC3092D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15F9411-3904-D2FC-9D57-57B2B823FB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7C530A-C88C-D728-3ADA-4B4C36460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C863E4-A913-5274-A8A7-601B0055A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8A3F8-FDC3-4D17-8338-E33B8DD830FD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67D1A1-7F15-8769-8E0B-D9B4A06EC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9D57CE-7F95-0682-8D22-34230BCE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5964D-1813-4AE0-8B1E-92B01235D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188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B91205-E604-513E-FA58-CDCE958D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E0D61A-22DA-6612-F62F-1863F0467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D09328-4E3B-A36F-72AC-3DAC6A2B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8A3F8-FDC3-4D17-8338-E33B8DD830FD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1A213C-5870-3215-DD35-E62FA2D7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04AFB-F344-D93B-DBC9-9FC27C6D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5964D-1813-4AE0-8B1E-92B01235D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818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A1F73D0-51A8-F87C-5EC0-41AE4F7D4F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6270855-616D-A3FE-FE77-1BAC2B425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A13FC1-523A-D32B-6616-36CE9064C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8A3F8-FDC3-4D17-8338-E33B8DD830FD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3E6B70-1473-29FB-6CFA-07434190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B0776F-B81A-8B1E-0EFA-E4FC3FA36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5964D-1813-4AE0-8B1E-92B01235D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108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2D8F3-1F39-17C0-DB42-3F3521011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B2E035-9B27-4F67-C3FA-327D96CAF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007865-2DF3-2FE6-7CBA-527C1A50F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8A3F8-FDC3-4D17-8338-E33B8DD830FD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8973A6-EC21-D741-64D6-C90233700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6F8058-6A5A-4EDF-B98B-6A637C3F9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5964D-1813-4AE0-8B1E-92B01235D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935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29B871-4A13-6727-56AA-28CD0C170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30187"/>
            <a:ext cx="9144000" cy="1779775"/>
          </a:xfrm>
        </p:spPr>
        <p:txBody>
          <a:bodyPr>
            <a:noAutofit/>
          </a:bodyPr>
          <a:lstStyle/>
          <a:p>
            <a:r>
              <a:rPr lang="ru-RU" sz="4400" dirty="0">
                <a:latin typeface="Roboto" panose="02000000000000000000" pitchFamily="2" charset="0"/>
                <a:ea typeface="Roboto" panose="02000000000000000000" pitchFamily="2" charset="0"/>
              </a:rPr>
              <a:t>Мобильное приложение</a:t>
            </a:r>
            <a:r>
              <a:rPr lang="en-US" sz="4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4400" dirty="0">
                <a:latin typeface="Roboto" panose="02000000000000000000" pitchFamily="2" charset="0"/>
                <a:ea typeface="Roboto" panose="02000000000000000000" pitchFamily="2" charset="0"/>
              </a:rPr>
              <a:t>планирования задач на день с аналоговым отображением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115B22-8415-CE77-99C7-151FB883E2F5}"/>
              </a:ext>
            </a:extLst>
          </p:cNvPr>
          <p:cNvSpPr txBox="1"/>
          <p:nvPr/>
        </p:nvSpPr>
        <p:spPr>
          <a:xfrm>
            <a:off x="9157447" y="4903694"/>
            <a:ext cx="3021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Сыкулев</a:t>
            </a:r>
            <a:r>
              <a:rPr lang="ru-RU" dirty="0"/>
              <a:t> Антон ИТСИ-24-1м</a:t>
            </a:r>
          </a:p>
        </p:txBody>
      </p:sp>
      <p:pic>
        <p:nvPicPr>
          <p:cNvPr id="5" name="Google Shape;138;p26">
            <a:extLst>
              <a:ext uri="{FF2B5EF4-FFF2-40B4-BE49-F238E27FC236}">
                <a16:creationId xmlns:a16="http://schemas.microsoft.com/office/drawing/2014/main" id="{58BD62F6-2F70-3611-84E1-DA6A9C76ED0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3194" y="326319"/>
            <a:ext cx="1618224" cy="4124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164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E0364-DD0C-CE63-9AE9-790C26372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Roboto" panose="02000000000000000000" pitchFamily="2" charset="0"/>
                <a:ea typeface="Roboto" panose="02000000000000000000" pitchFamily="2" charset="0"/>
              </a:rPr>
              <a:t>Средства реализации: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565B26-0C23-000D-569F-DBAC77725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Java 17</a:t>
            </a:r>
            <a:r>
              <a:rPr lang="en-US" dirty="0"/>
              <a:t> — </a:t>
            </a:r>
            <a:r>
              <a:rPr lang="ru-RU" dirty="0"/>
              <a:t>основной язык разработки приложения</a:t>
            </a:r>
          </a:p>
          <a:p>
            <a:r>
              <a:rPr lang="en-US" b="1" dirty="0"/>
              <a:t>Android SDK (API 26–34)</a:t>
            </a:r>
            <a:r>
              <a:rPr lang="en-US" dirty="0"/>
              <a:t> — </a:t>
            </a:r>
            <a:r>
              <a:rPr lang="ru-RU" dirty="0"/>
              <a:t>платформа для сборки и запуска на </a:t>
            </a:r>
            <a:r>
              <a:rPr lang="en-US" dirty="0"/>
              <a:t>Android</a:t>
            </a:r>
          </a:p>
          <a:p>
            <a:r>
              <a:rPr lang="en-US" b="1" dirty="0"/>
              <a:t>Android Studio</a:t>
            </a:r>
            <a:r>
              <a:rPr lang="en-US" dirty="0"/>
              <a:t> — IDE </a:t>
            </a:r>
            <a:r>
              <a:rPr lang="ru-RU" dirty="0"/>
              <a:t>для разработки и отладки</a:t>
            </a:r>
          </a:p>
          <a:p>
            <a:r>
              <a:rPr lang="en-US" b="1" dirty="0"/>
              <a:t>Gradle</a:t>
            </a:r>
            <a:r>
              <a:rPr lang="en-US" dirty="0"/>
              <a:t> — </a:t>
            </a:r>
            <a:r>
              <a:rPr lang="ru-RU" dirty="0"/>
              <a:t>система сборки проекта</a:t>
            </a:r>
          </a:p>
          <a:p>
            <a:r>
              <a:rPr lang="en-US" b="1" dirty="0"/>
              <a:t>Material Design 3</a:t>
            </a:r>
            <a:r>
              <a:rPr lang="en-US" dirty="0"/>
              <a:t> — </a:t>
            </a:r>
            <a:r>
              <a:rPr lang="ru-RU" dirty="0"/>
              <a:t>современный </a:t>
            </a:r>
            <a:r>
              <a:rPr lang="en-US" dirty="0"/>
              <a:t>UI-</a:t>
            </a:r>
            <a:r>
              <a:rPr lang="ru-RU" dirty="0"/>
              <a:t>компоненты и стили</a:t>
            </a:r>
          </a:p>
          <a:p>
            <a:r>
              <a:rPr lang="en-US" b="1" dirty="0" err="1"/>
              <a:t>AndroidX</a:t>
            </a:r>
            <a:r>
              <a:rPr lang="en-US" b="1" dirty="0"/>
              <a:t> </a:t>
            </a:r>
            <a:r>
              <a:rPr lang="en-US" b="1" dirty="0" err="1"/>
              <a:t>AppCompat</a:t>
            </a:r>
            <a:r>
              <a:rPr lang="en-US" dirty="0"/>
              <a:t> — </a:t>
            </a:r>
            <a:r>
              <a:rPr lang="ru-RU" dirty="0"/>
              <a:t>совместимость </a:t>
            </a:r>
            <a:r>
              <a:rPr lang="en-US" dirty="0"/>
              <a:t>UI-</a:t>
            </a:r>
            <a:r>
              <a:rPr lang="ru-RU" dirty="0"/>
              <a:t>компонентов</a:t>
            </a:r>
          </a:p>
          <a:p>
            <a:r>
              <a:rPr lang="en-US" b="1" dirty="0" err="1"/>
              <a:t>RecyclerView</a:t>
            </a:r>
            <a:r>
              <a:rPr lang="en-US" dirty="0"/>
              <a:t> — </a:t>
            </a:r>
            <a:r>
              <a:rPr lang="ru-RU" dirty="0"/>
              <a:t>отображение списков задач</a:t>
            </a:r>
          </a:p>
          <a:p>
            <a:r>
              <a:rPr lang="en-US" b="1" dirty="0"/>
              <a:t>ViewPager2 + </a:t>
            </a:r>
            <a:r>
              <a:rPr lang="en-US" b="1" dirty="0" err="1"/>
              <a:t>TabLayout</a:t>
            </a:r>
            <a:r>
              <a:rPr lang="en-US" dirty="0"/>
              <a:t> — </a:t>
            </a:r>
            <a:r>
              <a:rPr lang="ru-RU" dirty="0"/>
              <a:t>вкладки (“Циферблат” / “Задачи”)</a:t>
            </a:r>
          </a:p>
          <a:p>
            <a:r>
              <a:rPr lang="en-US" b="1" dirty="0"/>
              <a:t>Fragments</a:t>
            </a:r>
            <a:r>
              <a:rPr lang="en-US" dirty="0"/>
              <a:t> — </a:t>
            </a:r>
            <a:r>
              <a:rPr lang="ru-RU" dirty="0"/>
              <a:t>экранная архитектура приложения</a:t>
            </a:r>
          </a:p>
          <a:p>
            <a:r>
              <a:rPr lang="en-US" b="1" dirty="0" err="1"/>
              <a:t>ViewBinding</a:t>
            </a:r>
            <a:r>
              <a:rPr lang="en-US" dirty="0"/>
              <a:t> — </a:t>
            </a:r>
            <a:r>
              <a:rPr lang="ru-RU" dirty="0"/>
              <a:t>безопасная работа с элементами </a:t>
            </a:r>
            <a:r>
              <a:rPr lang="en-US" dirty="0"/>
              <a:t>layout</a:t>
            </a:r>
          </a:p>
          <a:p>
            <a:r>
              <a:rPr lang="en-US" b="1" dirty="0" err="1"/>
              <a:t>LiveData</a:t>
            </a:r>
            <a:r>
              <a:rPr lang="en-US" b="1" dirty="0"/>
              <a:t> + </a:t>
            </a:r>
            <a:r>
              <a:rPr lang="en-US" b="1" dirty="0" err="1"/>
              <a:t>ViewModel</a:t>
            </a:r>
            <a:r>
              <a:rPr lang="en-US" b="1" dirty="0"/>
              <a:t> (MVVM)</a:t>
            </a:r>
            <a:r>
              <a:rPr lang="en-US" dirty="0"/>
              <a:t> — </a:t>
            </a:r>
            <a:r>
              <a:rPr lang="ru-RU" dirty="0"/>
              <a:t>реактивное обновление </a:t>
            </a:r>
            <a:r>
              <a:rPr lang="en-US" dirty="0"/>
              <a:t>UI </a:t>
            </a:r>
            <a:r>
              <a:rPr lang="ru-RU" dirty="0"/>
              <a:t>и логика состояния</a:t>
            </a:r>
          </a:p>
          <a:p>
            <a:r>
              <a:rPr lang="en-US" b="1" dirty="0"/>
              <a:t>Room (SQLite)</a:t>
            </a:r>
            <a:r>
              <a:rPr lang="en-US" dirty="0"/>
              <a:t> — </a:t>
            </a:r>
            <a:r>
              <a:rPr lang="ru-RU" dirty="0"/>
              <a:t>локальная база данных задач</a:t>
            </a:r>
          </a:p>
          <a:p>
            <a:r>
              <a:rPr lang="en-US" b="1" dirty="0" err="1"/>
              <a:t>AlarmManager</a:t>
            </a:r>
            <a:r>
              <a:rPr lang="en-US" dirty="0"/>
              <a:t> — </a:t>
            </a:r>
            <a:r>
              <a:rPr lang="ru-RU" dirty="0"/>
              <a:t>точный запуск напоминаний по времени</a:t>
            </a:r>
          </a:p>
          <a:p>
            <a:r>
              <a:rPr lang="en-US" b="1" dirty="0" err="1"/>
              <a:t>BroadcastReceiver</a:t>
            </a:r>
            <a:r>
              <a:rPr lang="en-US" dirty="0"/>
              <a:t> — </a:t>
            </a:r>
            <a:r>
              <a:rPr lang="ru-RU" dirty="0"/>
              <a:t>обработка событий уведомлений и перезагрузки устройства</a:t>
            </a:r>
          </a:p>
          <a:p>
            <a:r>
              <a:rPr lang="en-US" b="1" dirty="0" err="1"/>
              <a:t>NotificationCompat</a:t>
            </a:r>
            <a:r>
              <a:rPr lang="en-US" dirty="0"/>
              <a:t> — </a:t>
            </a:r>
            <a:r>
              <a:rPr lang="ru-RU" dirty="0"/>
              <a:t>показ локальных уведомлений</a:t>
            </a:r>
          </a:p>
          <a:p>
            <a:endParaRPr lang="ru-RU" dirty="0"/>
          </a:p>
        </p:txBody>
      </p:sp>
      <p:pic>
        <p:nvPicPr>
          <p:cNvPr id="4" name="Google Shape;138;p26">
            <a:extLst>
              <a:ext uri="{FF2B5EF4-FFF2-40B4-BE49-F238E27FC236}">
                <a16:creationId xmlns:a16="http://schemas.microsoft.com/office/drawing/2014/main" id="{34A4331D-6900-D24A-65A7-930548F41E9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3194" y="326319"/>
            <a:ext cx="1618224" cy="4124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7163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8366B-37DB-70BA-7C32-47D6D18FF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Roboto" panose="02000000000000000000" pitchFamily="2" charset="0"/>
                <a:ea typeface="Roboto" panose="02000000000000000000" pitchFamily="2" charset="0"/>
              </a:rPr>
              <a:t>Отображение задач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97EE72A-E6A9-92A0-B748-91C39EF7A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661" y="997276"/>
            <a:ext cx="2448533" cy="5495599"/>
          </a:xfrm>
        </p:spPr>
      </p:pic>
      <p:pic>
        <p:nvPicPr>
          <p:cNvPr id="4" name="Google Shape;138;p26">
            <a:extLst>
              <a:ext uri="{FF2B5EF4-FFF2-40B4-BE49-F238E27FC236}">
                <a16:creationId xmlns:a16="http://schemas.microsoft.com/office/drawing/2014/main" id="{6967A108-5E62-AC39-9EF6-97624A6B1D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23194" y="326319"/>
            <a:ext cx="1618224" cy="41242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C669D2-442E-187E-F416-B41DF175564A}"/>
              </a:ext>
            </a:extLst>
          </p:cNvPr>
          <p:cNvSpPr txBox="1"/>
          <p:nvPr/>
        </p:nvSpPr>
        <p:spPr>
          <a:xfrm>
            <a:off x="838200" y="1690688"/>
            <a:ext cx="42896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вкладке «Циферблат» пользователю предоставлен 24-часовой аналоговый циферблат, на котором, в виде секторов, расположены созданные им задачи. Ниже циферблатов расположен блок задач, который показывается время до определённой задачи и подсвечивает активную задачу.</a:t>
            </a:r>
          </a:p>
        </p:txBody>
      </p:sp>
    </p:spTree>
    <p:extLst>
      <p:ext uri="{BB962C8B-B14F-4D97-AF65-F5344CB8AC3E}">
        <p14:creationId xmlns:p14="http://schemas.microsoft.com/office/powerpoint/2010/main" val="1392815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7F0CE-63DD-D24B-E673-364A8D86A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Roboto" panose="02000000000000000000" pitchFamily="2" charset="0"/>
                <a:ea typeface="Roboto" panose="02000000000000000000" pitchFamily="2" charset="0"/>
              </a:rPr>
              <a:t>Список задач</a:t>
            </a:r>
          </a:p>
        </p:txBody>
      </p:sp>
      <p:pic>
        <p:nvPicPr>
          <p:cNvPr id="4" name="Google Shape;138;p26">
            <a:extLst>
              <a:ext uri="{FF2B5EF4-FFF2-40B4-BE49-F238E27FC236}">
                <a16:creationId xmlns:a16="http://schemas.microsoft.com/office/drawing/2014/main" id="{C2415B7F-A733-DB76-7F98-5D0CC1453F0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3194" y="326319"/>
            <a:ext cx="1618224" cy="412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A0C505-0D16-3F42-5418-B0ABCE86F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824" y="975201"/>
            <a:ext cx="2458370" cy="55176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5FBEA0-3BF4-8237-B9D9-02BD86652AEE}"/>
              </a:ext>
            </a:extLst>
          </p:cNvPr>
          <p:cNvSpPr txBox="1"/>
          <p:nvPr/>
        </p:nvSpPr>
        <p:spPr>
          <a:xfrm>
            <a:off x="838200" y="1690688"/>
            <a:ext cx="42896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вкладке «Задачи» пользователь может просмотреть список созданных им задач, время с которого они начинаются и заканчиваются, а так же их цвет на циферблате. Пользователь может редактировать и удалять задачи на соответствующие кнопки.</a:t>
            </a:r>
          </a:p>
        </p:txBody>
      </p:sp>
    </p:spTree>
    <p:extLst>
      <p:ext uri="{BB962C8B-B14F-4D97-AF65-F5344CB8AC3E}">
        <p14:creationId xmlns:p14="http://schemas.microsoft.com/office/powerpoint/2010/main" val="21211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C5D3E1-CE81-E989-EAB0-17A1DF73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Roboto" panose="02000000000000000000" pitchFamily="2" charset="0"/>
                <a:ea typeface="Roboto" panose="02000000000000000000" pitchFamily="2" charset="0"/>
              </a:rPr>
              <a:t>Параметры задач</a:t>
            </a:r>
          </a:p>
        </p:txBody>
      </p:sp>
      <p:pic>
        <p:nvPicPr>
          <p:cNvPr id="4" name="Google Shape;138;p26">
            <a:extLst>
              <a:ext uri="{FF2B5EF4-FFF2-40B4-BE49-F238E27FC236}">
                <a16:creationId xmlns:a16="http://schemas.microsoft.com/office/drawing/2014/main" id="{AE4B6C5E-5537-A951-5A13-D1C37D44C4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3194" y="326319"/>
            <a:ext cx="1618224" cy="412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E72894B-81B3-DCBF-F5A5-105CA3090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822" y="1035797"/>
            <a:ext cx="2431372" cy="54570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12FC52-F42F-889E-AD7F-ECB6B43EF7CB}"/>
              </a:ext>
            </a:extLst>
          </p:cNvPr>
          <p:cNvSpPr txBox="1"/>
          <p:nvPr/>
        </p:nvSpPr>
        <p:spPr>
          <a:xfrm>
            <a:off x="838200" y="1690688"/>
            <a:ext cx="42896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 редактировании задачи, пользователь может выставить время начала и время окончания этой задачи. Так же назначить цвет задачи из предложенного списка цветов и выключить или включить уведомления для этой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4014190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A3FA975-FFF3-FDF0-1660-C52504199F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F828B-5660-8017-8D72-18EE57F8129D}"/>
              </a:ext>
            </a:extLst>
          </p:cNvPr>
          <p:cNvSpPr txBox="1"/>
          <p:nvPr/>
        </p:nvSpPr>
        <p:spPr>
          <a:xfrm>
            <a:off x="9157447" y="4903694"/>
            <a:ext cx="3021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Сыкулев</a:t>
            </a:r>
            <a:r>
              <a:rPr lang="ru-RU" dirty="0"/>
              <a:t> Антон ИТСИ-24-1м</a:t>
            </a:r>
          </a:p>
        </p:txBody>
      </p:sp>
      <p:pic>
        <p:nvPicPr>
          <p:cNvPr id="7" name="Google Shape;138;p26">
            <a:extLst>
              <a:ext uri="{FF2B5EF4-FFF2-40B4-BE49-F238E27FC236}">
                <a16:creationId xmlns:a16="http://schemas.microsoft.com/office/drawing/2014/main" id="{F81A9FF0-6497-6636-9884-116E62E7339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3194" y="326319"/>
            <a:ext cx="1618224" cy="4124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67122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259</Words>
  <Application>Microsoft Office PowerPoint</Application>
  <PresentationFormat>Широкоэкранный</PresentationFormat>
  <Paragraphs>26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Roboto</vt:lpstr>
      <vt:lpstr>Тема Office</vt:lpstr>
      <vt:lpstr>Мобильное приложение планирования задач на день с аналоговым отображением</vt:lpstr>
      <vt:lpstr>Средства реализации:</vt:lpstr>
      <vt:lpstr>Отображение задач</vt:lpstr>
      <vt:lpstr>Список задач</vt:lpstr>
      <vt:lpstr>Параметры задач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Ahtoh</dc:creator>
  <cp:lastModifiedBy>Ahtoh</cp:lastModifiedBy>
  <cp:revision>2</cp:revision>
  <dcterms:created xsi:type="dcterms:W3CDTF">2026-04-13T16:48:10Z</dcterms:created>
  <dcterms:modified xsi:type="dcterms:W3CDTF">2026-04-13T17:27:33Z</dcterms:modified>
</cp:coreProperties>
</file>